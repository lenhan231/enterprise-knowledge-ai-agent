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640080"/>
            <a:ext cx="2743200" cy="14630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960120"/>
            <a:ext cx="192024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1280160"/>
            <a:ext cx="3108960" cy="146304"/>
          </a:xfrm>
          <a:prstGeom prst="rect">
            <a:avLst/>
          </a:prstGeom>
          <a:solidFill>
            <a:srgbClr val="60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7FCCDD"/>
                </a:solidFill>
                <a:latin typeface="Aptos"/>
              </a:defRPr>
            </a:pPr>
            <a:r>
              <a:t>VIETSTYLE 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INVENTORY CONTROL</a:t>
            </a:r>
          </a:p>
          <a:p>
            <a:pPr algn="l"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POLICY &amp; OPERATING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DCEAF2"/>
                </a:solidFill>
                <a:latin typeface="Aptos"/>
              </a:defRPr>
            </a:pPr>
            <a:r>
              <a:t>Policy • Procedures • Inventory • Exceptions • Data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DCEAF2"/>
                </a:solidFill>
                <a:latin typeface="Aptos"/>
              </a:defRPr>
            </a:pPr>
            <a:r>
              <a:t>v1.0 | 16 Oct 2026 | Datathon 2026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FFDA96"/>
                </a:solidFill>
                <a:latin typeface="Aptos"/>
              </a:defRPr>
            </a:pPr>
            <a:r>
              <a:t>For training and process design; this is not an approved policy.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01 | Data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The dataset is for simulation and does not reflect current inventory.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2468880" cy="1234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019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76B87"/>
                </a:solidFill>
                <a:latin typeface="Aptos"/>
              </a:defRPr>
            </a:pPr>
            <a:r>
              <a:t>2,412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SKUs in product master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737360"/>
            <a:ext cx="2468880" cy="1234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9019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76B87"/>
                </a:solidFill>
                <a:latin typeface="Aptos"/>
              </a:defRPr>
            </a:pPr>
            <a:r>
              <a:t>60,247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04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Inventory records across snapshots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37360"/>
            <a:ext cx="2468880" cy="1234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9019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76B87"/>
                </a:solidFill>
                <a:latin typeface="Aptos"/>
              </a:defRPr>
            </a:pPr>
            <a:r>
              <a:t>424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04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SKUs in the 2022-12-31 snapshot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737360"/>
            <a:ext cx="2468880" cy="1234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54312" y="19019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76B87"/>
                </a:solidFill>
                <a:latin typeface="Aptos"/>
              </a:defRPr>
            </a:pPr>
            <a:r>
              <a:t>67.3%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404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Records with stockout_flag enabled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Product categories</a:t>
            </a:r>
          </a:p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• Streetwear</a:t>
            </a:r>
          </a:p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• Outdoor</a:t>
            </a:r>
          </a:p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• Casual</a:t>
            </a:r>
          </a:p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• GenZ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42900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Data quality issues requiring control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76.3% bản ghi bật overstock_flag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30,495 bản ghi bật đồng thời stockout + overstock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reorder_flag có tổng bằng 0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Snapshot mới nhất trong file: 2022-12-31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02 |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Separate decision-making authority from data-entry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Forecast / campaign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ROP &amp; target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7752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76B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Budget / supplier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PO 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76B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RECEIVE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PO match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QC &amp; put-away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2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76B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19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59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7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Cycle count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Exception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1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76B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7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KPI / root cause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Forecast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5196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Control principle: the counter ≠ the adjustment-entry person ≠ the approver. The AI Agent may only read authorized data and make recommendations; it must not issue POs or modify inventory autonomously.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03 | Replenishment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Default parameters are for simulation only and must be replaced with supplier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Formulas</a:t>
            </a: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Inventory Position = On-hand + Open PO − Backorder</a:t>
            </a: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ROP = Daily Demand × (Lead Time + Safety Days)</a:t>
            </a: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Target = Daily Demand × (Lead Time + Safety Days + Review Period)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4754880" cy="2377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965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176B87"/>
                </a:solidFill>
                <a:latin typeface="Aptos"/>
              </a:defRPr>
            </a:pPr>
            <a:r>
              <a:t>INITIAL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423160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36404B"/>
                </a:solidFill>
                <a:latin typeface="Aptos"/>
              </a:defRPr>
            </a:pPr>
            <a:r>
              <a:t>Lead time: 14 days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6404B"/>
                </a:solidFill>
                <a:latin typeface="Aptos"/>
              </a:defRPr>
            </a:pPr>
            <a:r>
              <a:t>Safety stock: 7 days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6404B"/>
                </a:solidFill>
                <a:latin typeface="Aptos"/>
              </a:defRPr>
            </a:pPr>
            <a:r>
              <a:t>Review period: 7 days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6404B"/>
                </a:solidFill>
                <a:latin typeface="Aptos"/>
              </a:defRPr>
            </a:pPr>
            <a:r>
              <a:t>Reorder trigger: Inventory Position ≤ 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177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963C23"/>
                </a:solidFill>
                <a:latin typeface="Aptos"/>
              </a:defRPr>
            </a:pPr>
            <a:r>
              <a:t>If a stockout/service signal exists while calculated days of supply &gt;120 days → DATA CONFLICT. Block automatic PO recommendations and verify transactions and demand before purchasing.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04 | Cycle Counting &amp; Adjustments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ABC is based on annual consumption value, not quantity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926080" cy="1371600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GROUP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~80% of consumption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Weekly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2926080" cy="1371600"/>
          </a:xfrm>
          <a:prstGeom prst="round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GROUP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Next ~15%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Monthly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2926080" cy="1371600"/>
          </a:xfrm>
          <a:prstGeom prst="roundRect">
            <a:avLst/>
          </a:prstGeom>
          <a:solidFill>
            <a:srgbClr val="60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GROUP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Remaining ~5%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Quarterly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0515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Process: prepare list → blind count → independent recount → reconcile receipts/picks/returns/transfers → record cause → approve → adjust with an audit trail.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Never delete old transactions; every adjustment needs a ticket ID, data-entry person, approver, timestamp, and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05 | Excess Stock, Returns &amp; Quarantine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High inventory does not mean goods are available for sale.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37560" cy="2057400"/>
          </a:xfrm>
          <a:prstGeom prst="roundRect">
            <a:avLst/>
          </a:prstGeom>
          <a:solidFill>
            <a:srgbClr val="FFF2CC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2304A"/>
                </a:solidFill>
                <a:latin typeface="Aptos"/>
              </a:defRPr>
            </a:pPr>
            <a:r>
              <a:t>DAYS OF SUPPLY &gt;120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36404B"/>
                </a:solidFill>
                <a:latin typeface="Aptos"/>
              </a:defRPr>
            </a:pPr>
            <a:r>
              <a:t>Pause replenishment; check the forecast, size/color mix, and in-transit goods.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337560" cy="2057400"/>
          </a:xfrm>
          <a:prstGeom prst="roundRect">
            <a:avLst/>
          </a:prstGeom>
          <a:solidFill>
            <a:srgbClr val="FCE4D6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057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2304A"/>
                </a:solidFill>
                <a:latin typeface="Aptos"/>
              </a:defRPr>
            </a:pPr>
            <a:r>
              <a:t>&gt;180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36404B"/>
                </a:solidFill>
                <a:latin typeface="Aptos"/>
              </a:defRPr>
            </a:pPr>
            <a:r>
              <a:t>Plan transfers, bundles, markdowns, or approved disposal.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337560" cy="205740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057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2304A"/>
                </a:solidFill>
                <a:latin typeface="Aptos"/>
              </a:defRPr>
            </a:pPr>
            <a:r>
              <a:t>RETURNS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36404B"/>
                </a:solidFill>
                <a:latin typeface="Aptos"/>
              </a:defRPr>
            </a:pPr>
            <a:r>
              <a:t>Quarantine → QA → A-grade resale / B-grade repair / C-grade handled separately.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Returned goods may be added to available inventory only after QA confirms condition and updates disposition.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06 | Promotions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Inventory must be planned before a campaign launches.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Before campaign (T−4 weeks)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Forecast by SKU / size / color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Check stock, POs, lead time, and MOQ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Confirm discount, channel, and stackable flag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Approve target-stock increases if needed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After campaign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Sell-through / remaining stock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Return rate and return reasons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Forecast error and corrective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331720" cy="96012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76B87"/>
                </a:solidFill>
                <a:latin typeface="Aptos"/>
              </a:defRPr>
            </a:pPr>
            <a:r>
              <a:t>Fill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304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≥98% simulated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828800"/>
            <a:ext cx="2331720" cy="96012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7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76B87"/>
                </a:solidFill>
                <a:latin typeface="Aptos"/>
              </a:defRPr>
            </a:pPr>
            <a:r>
              <a:t>Inventory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7" y="2304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≥98% simulated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154680"/>
            <a:ext cx="2331720" cy="96012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76B87"/>
                </a:solidFill>
                <a:latin typeface="Aptos"/>
              </a:defRPr>
            </a:pPr>
            <a:r>
              <a:t>Stockout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3630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&lt;2% simulated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3154680"/>
            <a:ext cx="2331720" cy="96012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7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76B87"/>
                </a:solidFill>
                <a:latin typeface="Aptos"/>
              </a:defRPr>
            </a:pPr>
            <a:r>
              <a:t>Aged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7" y="3630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&gt;180 days requires a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7548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963C23"/>
                </a:solidFill>
                <a:latin typeface="Aptos"/>
              </a:defRPr>
            </a:pPr>
            <a:r>
              <a:t>KPIs are simulated thresholds and must be calibrated to margin and service levels.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07 | Clean Data Before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For the Inventory / RAG Agent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1. Giữ snapshot date và source file.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2. Trả lời kèm policy_id và trích dẫn nguồn.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3. Không suy đoán lead time / currency / PO.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4. Mâu thuẫn → DATA CONFLICT.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5. Không tự ghi PO hoặc điều chỉnh tồn.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4173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Implementation Roadmap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Chuẩn hóa master SKU / size / color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Xác nhận định nghĩa flags và đơn vị đo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Bổ sung PO inbound, backorder, lead time, MOQ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Pilot trên nhóm A / SKU rủi ro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Theo dõi KPI và duyệt thay đổi chính sách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7FCCDD"/>
                </a:solidFill>
                <a:latin typeface="Aptos"/>
              </a:defRPr>
            </a:pPr>
            <a:r>
              <a:t>Conclusion: automate only after verifying data sources, access permissions, and approval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80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DCEAF2"/>
                </a:solidFill>
                <a:latin typeface="Aptos"/>
              </a:defRPr>
            </a:pPr>
            <a:r>
              <a:t>Datathon 2026 Simulation Document • v1.0 | 16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Simulation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